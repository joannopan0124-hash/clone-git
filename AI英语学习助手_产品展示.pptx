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1828800" cy="1828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B82F6"/>
                </a:solidFill>
              </a:defRPr>
            </a:pPr>
            <a:r>
              <a:t>AI 英语学习助手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B7280"/>
                </a:solidFill>
              </a:defRPr>
            </a:pPr>
            <a:r>
              <a:t>智能陪伴，高效学习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产品概览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228600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少儿英语智能体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专为3-12岁儿童设计的英语学习伙伴，通过互动游戏、趣味故事和个性化学习计划，让孩子在快乐中学习英语。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657600" cy="22860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口译训练智能体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专业的CATTI二级和三级口译训练工具，提供实时反馈、模拟考试和个性化训练方案，助力口译备考。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少儿英语智能体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22860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趣味对话练习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生动有趣的日常对话，包含问候、购物、旅行等50+场景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657600" cy="228600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绘本阅读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海量英文绘本，AI智能导读，单词解析，发音指导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188720"/>
            <a:ext cx="3657600" cy="22860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游戏化学习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趣味闯关模式，收集勋章奖励，激发学习动力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39"/>
            <a:ext cx="3657600" cy="2286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角色扮演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8055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模拟医生、老师、厨师等职业对话，提前体验社会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749039"/>
            <a:ext cx="3657600" cy="22860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93192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每日打卡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48055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养成良好学习习惯，连续打卡获得神秘礼物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749039"/>
            <a:ext cx="3657600" cy="22860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93192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成就系统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48055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丰富勋章墙，记录成长历程，激励持续学习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口译训练智能体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2286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实时口译练习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支持中英双向互译，智能识别发音，即时反馈纠错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657600" cy="22860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CATTI真题模拟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涵盖二三级历年真题，严格按照官方标准评分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188720"/>
            <a:ext cx="3657600" cy="22860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语音识别训练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专业语音评测，纠正发音语调，提升听力水平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39"/>
            <a:ext cx="3657600" cy="22860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笔记技巧指导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8055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传授高效笔记方法，符号速记技巧，提升记录速度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749039"/>
            <a:ext cx="3657600" cy="22860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93192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AI智能评分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48055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多维度评估：内容准确度、表达流畅度，专业术语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749039"/>
            <a:ext cx="3657600" cy="228600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93192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进步追踪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48055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详细能力分析报告，薄弱环节诊断，个性化提升建议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核心优势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2286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24/7 随时学习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全天候AI陪伴，碎片化时间高效利用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657600" cy="22860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AI 智能适配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AI精准分析，个性化学习方案定制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188720"/>
            <a:ext cx="3657600" cy="228600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无限练习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海量训练素材，持续更新免费试用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39"/>
            <a:ext cx="3657600" cy="22860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专业可靠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8055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资深教学团队，专业内容审核认证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使用场景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2286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居家学习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每天30分钟，亲子互动时光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657600" cy="22860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通勤路上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碎片时间利用，地铁公交随时学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188720"/>
            <a:ext cx="3657600" cy="228600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考前冲刺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高效备考训练，查漏补缺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39"/>
            <a:ext cx="3657600" cy="22860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亲子互动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8055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家长陪伴学习，增进亲子关系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749039"/>
            <a:ext cx="3657600" cy="22860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93192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口语提升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48055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日常对话练习，告别哑巴英语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749039"/>
            <a:ext cx="3657600" cy="22860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93192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技能强化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480559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专项能力突破，听说读写全提升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使用流程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1828800"/>
            <a:ext cx="1371600" cy="1371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注册账号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手机号一键注册</a:t>
            </a:r>
          </a:p>
        </p:txBody>
      </p:sp>
      <p:sp>
        <p:nvSpPr>
          <p:cNvPr id="7" name="Oval 6"/>
          <p:cNvSpPr/>
          <p:nvPr/>
        </p:nvSpPr>
        <p:spPr>
          <a:xfrm>
            <a:off x="4114800" y="1828800"/>
            <a:ext cx="1371600" cy="1371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21031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4747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选择产品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931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少儿英语/口译训练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0" y="1828800"/>
            <a:ext cx="1371600" cy="1371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1031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开始学习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931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AI智能引导学习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0" y="1828800"/>
            <a:ext cx="1371600" cy="1371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210312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4747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查看进度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931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实时追踪效果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用户反馈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228600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王妈妈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孩子以前对英语很抵触，现在每天都主动要学进步非常明显！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657600" cy="2286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李同学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口译训练功能太棒了！AI评分系统很专业，帮助我顺利通过了三级考试！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188720"/>
            <a:ext cx="3657600" cy="22860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张老师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作为老师，我非常推荐！教学效果显著，学生们学习效率大幅提升。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价格方案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228600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基础版 免费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每日30分钟学习</a:t>
            </a:r>
            <a:br/>
            <a:r>
              <a:t>基础对话练习</a:t>
            </a:r>
            <a:br/>
            <a:r>
              <a:t>10个学习场景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657600" cy="2286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专业版 ¥99/月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无限学习时长</a:t>
            </a:r>
            <a:br/>
            <a:r>
              <a:t>全部功能解锁</a:t>
            </a:r>
            <a:br/>
            <a:r>
              <a:t>500+学习场景</a:t>
            </a:r>
            <a:br/>
            <a:r>
              <a:t>AI智能评分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188720"/>
            <a:ext cx="3657600" cy="228600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371600"/>
            <a:ext cx="329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企业版 联系我们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9202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多账号管理</a:t>
            </a:r>
            <a:br/>
            <a:r>
              <a:t>自定义学习内容</a:t>
            </a:r>
            <a:br/>
            <a:r>
              <a:t>API接口接入</a:t>
            </a:r>
            <a:br/>
            <a:r>
              <a:t>7*24专属支持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1828800" cy="1828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B82F6"/>
                </a:solidFill>
              </a:defRPr>
            </a:pPr>
            <a:r>
              <a:t>开始您的英语学习之旅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B7280"/>
                </a:solidFill>
              </a:defRPr>
            </a:pPr>
            <a:r>
              <a:t>立即体验AI智能学习助手，让学习更高效、更有趣！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