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609539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AI 赋能语言进阶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少儿口语练习智能体 × 三级口译智能体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语言学习全链路解决方案 | AI团队 | 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</a:defRPr>
            </a:pPr>
            <a:r>
              <a:t>两个智能体，覆盖语言学习的两大阶段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03520" cy="5029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少儿口语练习智能体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三级口译智能体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核心定位: 兴趣启蒙 · 自信开口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目标用户: 4–12 岁少儿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核心能力: 情景对话 + 语音评分 + 游戏化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输出形式: 鼓励性反馈 + 动画奖励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688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核心定位: 技能进阶 · 考场实战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0896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目标用户: 备考CATTI三级口译的学习者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490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核心能力: 交传训练 + 数字复述 + 高频真题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389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输出形式: 精准打分 + 慢速/常速示范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少儿口语练习智能体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75569"/>
                </a:solidFill>
              </a:defRPr>
            </a:pPr>
            <a:r>
              <a:t>让孩子像玩游戏一样爱上开口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029200" cy="21945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🎙️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AI 情景对话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学校/动物园/生日派对等12个主题场景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029200" cy="21945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儿童语音识别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专为不标准发音优化，宽容度更高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5029200" cy="21945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389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89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跟读打卡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每完成一关获得星星勋章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206240"/>
            <a:ext cx="5029200" cy="21945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389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389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成长报告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2920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记录每周开口时长 &amp; 进步词汇量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"老师好，我昨天去动物园了" → 智能体模拟动物园管理员回应并追问："你最喜欢什么动物呀？"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不只是“练口语”，更是“敢表达”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35"/>
                </a:solidFill>
              </a:defRPr>
            </a:pPr>
            <a:r>
              <a:t>两大特色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1. 无压力纠错：不打断孩子，对话结束后用示范句自然重复正确表达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2. 亲子模式：家长可查看对话原文 + 建议互动话题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35"/>
                </a:solidFill>
              </a:defRPr>
            </a:pPr>
            <a:r>
              <a:t>典型使用场景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🕐 课前5分钟：与智能体预热，降低课堂紧张感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175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👨 课后10分钟：角色扮演作业伙伴，替代死记硬背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0233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🚗 碎片时间：车程中完成一次“动物园导览”口语挑战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三级口译智能体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75569"/>
                </a:solidFill>
              </a:defRPr>
            </a:pPr>
            <a:r>
              <a:t>交传训练的专业级AI陪练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029200" cy="21945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英汉 / 汉英双向交传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30秒–1分钟分段练习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029200" cy="21945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数字复述强化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专门训练数字、日期、百分比的准确转译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5029200" cy="21945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389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89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语速自适应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可从80词/分钟调至140词/分钟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206240"/>
            <a:ext cx="5029200" cy="21945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389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389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评分维度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2920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信息完整度40% + 表达流畅度30% + 术语准确度30%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</a:defRPr>
            </a:pPr>
            <a:r>
              <a:t>📈 某用户练习2周后：数字准确率从62%提升至89%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从“听懂了”到“译得出”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两大特色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1. 影子跟读 + 带稿同传双模式：过渡训练，降低认知负荷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2. 错误聚类分析：智能标注常错术语（如multilateral连续误听为multiple）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</a:defRPr>
            </a:pPr>
            <a:r>
              <a:t>典型使用场景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🌅 每日30分钟：晨间数字复述（专攻CATTI最易失分项）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175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📚 真题模拟：200+道历年三级口译真题情景复现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0233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⏰ 倒计时模式：训练考场心理素质与笔记法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</a:defRPr>
            </a:pPr>
            <a:r>
              <a:t>完整工作流程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少儿口语练习工作流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1️⃣ 选择场景：动物园/生日派对/校园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2️⃣ 开始对话：智能体扮演角色互动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3️⃣ 语音输入：孩子自然开口说话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4️⃣ AI识别：分析发音与语义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5️⃣ 智能回应：继续对话并给出鼓励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6️⃣ 勋章奖励：完成对话获得星星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97280"/>
            <a:ext cx="530352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💼 三级口译训练工作流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1️⃣ 选择题型：真题/数字/模拟考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2️⃣ 播放音频：设定语速（80-140词/分）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3️⃣ 口译输出：实时录音上传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4️⃣ AI评分：三维度精准评估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5760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5️⃣ 查看报告：错误分析+建议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11480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6️⃣ 继续练习：针对性强化薄弱环节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54880"/>
            <a:ext cx="10972800" cy="164592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3A5F"/>
                </a:solidFill>
              </a:defRPr>
            </a:pPr>
            <a:r>
              <a:t>🔄 全链路学习协同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75569"/>
                </a:solidFill>
              </a:defRPr>
            </a:pPr>
            <a:r>
              <a:t>4-12岁：少儿口语启蒙 → 建立自信 → 培养语感 → 18岁+：三级口译进阶 → 专业训练 → 考试通关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</a:defRPr>
            </a:pPr>
            <a:r>
              <a:t>同一技术底座，不同能力目标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5486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对比项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97280"/>
            <a:ext cx="3657600" cy="5486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少儿口语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097280"/>
            <a:ext cx="3657600" cy="5486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三级口译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19"/>
            <a:ext cx="3657600" cy="731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19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评价标准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645919"/>
            <a:ext cx="3657600" cy="731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645919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鼓励为主 + 可理解性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645919"/>
            <a:ext cx="3657600" cy="731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645919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专业评分 + 信息保真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77439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77439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反馈方式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377439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377439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动画 + 语音表情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377439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377439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文本报告 + 波形对比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08959"/>
            <a:ext cx="3657600" cy="731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108959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学习时长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3108959"/>
            <a:ext cx="3657600" cy="731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3108959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5–15分钟/次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3108959"/>
            <a:ext cx="3657600" cy="731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3108959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20–45分钟/次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72000"/>
            <a:ext cx="10972800" cy="1371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B35"/>
                </a:solidFill>
              </a:defRPr>
            </a:pPr>
            <a:r>
              <a:t>✨ 协同可能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75569"/>
                </a:solidFill>
              </a:defRPr>
            </a:pPr>
            <a:r>
              <a:t>少儿智能体积累的发音自信 + 语感 → 未来切入口译训练时焦虑感降低，语音识别自我修正能力更强。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28800" y="1371600"/>
            <a:ext cx="2743200" cy="2743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695" y="1371600"/>
            <a:ext cx="2743200" cy="2743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🗣️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6895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让每个阶段都有合适的AI伙伴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75569"/>
                </a:solidFill>
              </a:defRPr>
            </a:pPr>
            <a:r>
              <a:t>从“说得出”到“译得准”，两个智能体不是替代老师，而是让老师更专注于情感引导与高阶策略教学。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B35"/>
                </a:solidFill>
              </a:defRPr>
            </a:pPr>
            <a:r>
              <a:t>Q3：少儿版增加“口译小苗苗”轻量级听力复述模块  |  Q4：三级口译版增加个性化备考路径规划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</a:defRPr>
            </a:pPr>
            <a:r>
              <a:t>感谢观看 | 欢迎试用体验  ·  从开口到口译，我们始终陪伴。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