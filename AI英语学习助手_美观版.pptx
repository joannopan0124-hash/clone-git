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914400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AI 英语学习助手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75569"/>
                </a:solidFill>
              </a:defRPr>
            </a:pPr>
            <a:r>
              <a:t>智能陪伴，高效学习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产品概览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少儿英语智能体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专为3-12岁儿童设计</a:t>
            </a:r>
            <a:br/>
            <a:r>
              <a:t>互动游戏、趣味故事</a:t>
            </a:r>
            <a:br/>
            <a:r>
              <a:t>个性化学习计划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口译训练智能体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CATTI备考专家</a:t>
            </a:r>
            <a:br/>
            <a:r>
              <a:t>实时反馈、模拟考试</a:t>
            </a:r>
            <a:br/>
            <a:r>
              <a:t>专业训练方案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少儿英语智能体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趣味对话练习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50+日常场景</a:t>
            </a:r>
            <a:br/>
            <a:r>
              <a:t>生动有趣的对话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绘本阅读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海量英文绘本</a:t>
            </a:r>
            <a:br/>
            <a:r>
              <a:t>AI智能导读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游戏化学习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闯关模式</a:t>
            </a:r>
            <a:br/>
            <a:r>
              <a:t>收集勋章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角色扮演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职业体验</a:t>
            </a:r>
            <a:br/>
            <a:r>
              <a:t>场景模拟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每日打卡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养成习惯</a:t>
            </a:r>
            <a:br/>
            <a:r>
              <a:t>连续奖励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20116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成就系统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成长记录</a:t>
            </a:r>
            <a:br/>
            <a:r>
              <a:t>激励机制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口译训练智能体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实时口译练习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中英双向</a:t>
            </a:r>
            <a:br/>
            <a:r>
              <a:t>即时反馈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CATTI真题模拟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历年真题</a:t>
            </a:r>
            <a:br/>
            <a:r>
              <a:t>标准评分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语音识别训练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发音评测</a:t>
            </a:r>
            <a:br/>
            <a:r>
              <a:t>语调纠正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笔记技巧指导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速记方法</a:t>
            </a:r>
            <a:br/>
            <a:r>
              <a:t>符号系统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AI智能评分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多维度评估</a:t>
            </a:r>
            <a:br/>
            <a:r>
              <a:t>专业分析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20116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进步追踪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能力报告</a:t>
            </a:r>
            <a:br/>
            <a:r>
              <a:t>提升建议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核心优势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28800"/>
            <a:ext cx="2286000" cy="2743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随时学习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2286000" cy="2743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智能适配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828800"/>
            <a:ext cx="2286000" cy="27432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无限练习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828800"/>
            <a:ext cx="2286000" cy="2743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专业可靠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使用场景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居家学习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每天30分钟</a:t>
            </a:r>
            <a:br/>
            <a:r>
              <a:t>亲子互动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通勤路上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碎片时间</a:t>
            </a:r>
            <a:br/>
            <a:r>
              <a:t>高效利用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考前冲刺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查漏补缺</a:t>
            </a:r>
            <a:br/>
            <a:r>
              <a:t>高效备考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亲子互动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家长陪伴</a:t>
            </a:r>
            <a:br/>
            <a:r>
              <a:t>增进关系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口语提升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日常对话</a:t>
            </a:r>
            <a:br/>
            <a:r>
              <a:t>告别哑巴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20116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技能强化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专项突破</a:t>
            </a:r>
            <a:br/>
            <a:r>
              <a:t>全面提升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使用流程</a:t>
            </a:r>
          </a:p>
        </p:txBody>
      </p:sp>
      <p:sp>
        <p:nvSpPr>
          <p:cNvPr id="9" name="Oval 8"/>
          <p:cNvSpPr/>
          <p:nvPr/>
        </p:nvSpPr>
        <p:spPr>
          <a:xfrm>
            <a:off x="1645919" y="1645920"/>
            <a:ext cx="1645920" cy="1645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20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注册账号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手机号一键注册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1645920"/>
            <a:ext cx="1645920" cy="1645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选择产品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少儿英语/口译训练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1645920"/>
            <a:ext cx="1645920" cy="1645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20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开始学习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AI智能引导学习</a:t>
            </a:r>
          </a:p>
        </p:txBody>
      </p:sp>
      <p:sp>
        <p:nvSpPr>
          <p:cNvPr id="21" name="Oval 20"/>
          <p:cNvSpPr/>
          <p:nvPr/>
        </p:nvSpPr>
        <p:spPr>
          <a:xfrm>
            <a:off x="9875519" y="1645920"/>
            <a:ext cx="1645920" cy="1645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19202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查看进度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实时追踪效果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用户反馈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王妈妈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孩子以前抵触英语</a:t>
            </a:r>
            <a:br/>
            <a:r>
              <a:t>现在每天主动学习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李同学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AI评分很专业</a:t>
            </a:r>
            <a:br/>
            <a:r>
              <a:t>顺利通过三级考试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张老师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推荐给学生</a:t>
            </a:r>
            <a:br/>
            <a:r>
              <a:t>效果显著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566928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4864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1097280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价格方案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基础版 免费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每日30分钟</a:t>
            </a:r>
            <a:br/>
            <a:r>
              <a:t>基础对话</a:t>
            </a:r>
            <a:br/>
            <a:r>
              <a:t>10个场景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专业版 ¥99/月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无限时长</a:t>
            </a:r>
            <a:br/>
            <a:r>
              <a:t>全部功能</a:t>
            </a:r>
            <a:br/>
            <a:r>
              <a:t>AI评分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企业版 联系我们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多账号</a:t>
            </a:r>
            <a:br/>
            <a:r>
              <a:t>定制内容</a:t>
            </a:r>
            <a:br/>
            <a:r>
              <a:t>专属支持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3657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开始您的英语学习之旅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立即体验AI智能学习助手，让学习更高效、更有趣！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