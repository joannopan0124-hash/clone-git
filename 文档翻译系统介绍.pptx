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2286000"/>
            <a:ext cx="137160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21031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00000"/>
                </a:solidFill>
                <a:latin typeface="Microsoft YaHei"/>
              </a:defRPr>
            </a:pPr>
            <a:r>
              <a:t>文档翻译系统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2918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Microsoft YaHei"/>
              </a:defRPr>
            </a:pPr>
            <a:r>
              <a:t>Document Translation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114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—— 图片翻译 · 实时字幕 · 术语库 · 记忆库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TRANSLATION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t>设计思路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Design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t>视觉风格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Visual Style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t>图片翻译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Image Translation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t>快速翻译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Quick Translation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t>实时字幕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Real-time Subtitle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937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t>术语库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Glossary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377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t>记忆库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Translation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PAGE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5048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0" y="914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46304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设计思路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Design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DESIGN PHILOSOPHY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0000"/>
                </a:solidFill>
                <a:latin typeface="Microsoft YaHei"/>
              </a:defRPr>
            </a:pPr>
            <a:r>
              <a:t>简洁·高效·专业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26080"/>
            <a:ext cx="182880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29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以用户为中心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专注于翻译体验的流畅性和直观性，减少操作步骤，提升工作效率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526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专业级工具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9377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提供术语库、记忆库等专业翻译工具，满足企业级翻译需求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7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62355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Microsoft YaHei"/>
              </a:defRPr>
            </a:pPr>
            <a:r>
              <a:t>多场景适配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035039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支持图片翻译、文字翻译、实时字幕等多种应用场景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PAGE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3200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280160"/>
            <a:ext cx="2468880" cy="1371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B &amp; W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834640"/>
            <a:ext cx="1188720" cy="1188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2834640"/>
            <a:ext cx="1188720" cy="11887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4114800"/>
            <a:ext cx="1188720" cy="11887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40" y="4114800"/>
            <a:ext cx="1188720" cy="1188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371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Microsoft YaHei"/>
              </a:defRPr>
            </a:pPr>
            <a:r>
              <a:t>视觉风格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286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Visual Style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2926080"/>
            <a:ext cx="137160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3566160"/>
            <a:ext cx="1371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3474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t>黑白商务风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8404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采用经典黑白灰配色，彰显专业与品质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4389120"/>
            <a:ext cx="1371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42976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t>楷体字体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663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按钮及标题采用楷体，兼具传统与现代美感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5212080"/>
            <a:ext cx="1371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5120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t>扁平化设计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5486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简洁的界面元素，减少视觉干扰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6035040"/>
            <a:ext cx="13716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5943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t>层次分明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6309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通过字体大小和颜色深浅构建视觉层级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PAGE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图片翻译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Image Translation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914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— OCR文字识别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— 多语言支持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— 自动翻译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097280"/>
            <a:ext cx="594360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28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OCR识别 + 智能翻译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651760"/>
            <a:ext cx="13716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310896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PaddleOCR引擎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3101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基于百度飞桨的高精度文字识别技术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703319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6118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支持图片/PDF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0448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拖拽上传，一键识别翻译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29768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腾讯云翻译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4988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接入腾讯云机器翻译API，准确高效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489204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识别度显示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93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实时展示OCR识别置信度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548640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5394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结果可编辑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6875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识别结果支持手动修改调整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PAGE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19695" y="0"/>
            <a:ext cx="457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914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4630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快速翻译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Quick Translation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3200400"/>
            <a:ext cx="914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3657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即输即译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3891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多种语言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1206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结果秒出 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097280"/>
            <a:ext cx="594360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使用场景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28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文字快速翻译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651760"/>
            <a:ext cx="13716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" y="310896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无需上传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3101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直接输入文字即可翻译，无需上传文件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3703319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6118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自动检测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0448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源语言自动检测，简化操作流程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429768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中英日韩法德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988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支持多种主流语言互译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489204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快捷键支持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093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回车即可快速翻译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0" y="548640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5394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实时响应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875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翻译结果秒级返回，高效便捷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PAGE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实时字幕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Real-time Subtitle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914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— 语音识别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— 双语对照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— 实时更新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097280"/>
            <a:ext cx="594360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界面设计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28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双框对照显示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651760"/>
            <a:ext cx="13716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310896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左右布局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3101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原文与译文左右并排显示，一目了然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703319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6118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独立区域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0448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原文框灰色背景，译文框蓝色背景区分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29768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动画提示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4988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识别中显示跳动圆点动画效果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489204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历史记录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93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字幕历史滚动查看，方便回顾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548640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5394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一键启停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6875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开始/停止按钮操作简单便捷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PAGE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19695" y="0"/>
            <a:ext cx="457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914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4630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术语库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Glossary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3200400"/>
            <a:ext cx="914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3657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自定义术语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3891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翻译替换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1206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批量管理 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097280"/>
            <a:ext cx="594360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核心价值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28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确保翻译一致性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651760"/>
            <a:ext cx="13716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" y="310896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术语管理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3101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添加、编辑、删除自定义术语对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3703319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6118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自动替换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0448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翻译时自动应用术语库替换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429768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优先级设置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988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支持术语优先级，冲突时优先应用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489204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导入导出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093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支持JSON格式批量导入导出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0" y="548640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5394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语言筛选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875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按语言方向快速筛选术语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PAGE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记忆库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Translation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9144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— 自动记录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— 智能匹配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— 效率提升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097280"/>
            <a:ext cx="594360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工作原理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28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Microsoft YaHei"/>
              </a:defRPr>
            </a:pPr>
            <a:r>
              <a:t>越用越聪明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651760"/>
            <a:ext cx="13716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310896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自动保存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3101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每次翻译成功后自动存入记忆库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703319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6118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相似度检索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0448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85%相似度即可命中，直接复用结果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29768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使用统计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4988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记录每条翻译的使用次数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489204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800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编辑优化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93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支持手动编辑优化翻译结果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5486400"/>
            <a:ext cx="91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5394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Microsoft YaHei"/>
              </a:defRPr>
            </a:pPr>
            <a:r>
              <a:t>导入导出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6875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方便备份和团队共享记忆库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PAGE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2560320"/>
            <a:ext cx="137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CCCCC"/>
                </a:solidFill>
                <a:latin typeface="Microsoft YaHei"/>
              </a:defRPr>
            </a:pPr>
            <a:r>
              <a:t>感谢观看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文档翻译系统 · 让翻译更高效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TRANSLATION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PAGE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